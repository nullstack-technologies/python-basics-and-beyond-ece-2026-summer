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embeddedFontLst>
    <p:embeddedFont>
      <p:font typeface="Spectral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9KuF4bwuzKMhK5F0hWn/Be+aw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pectral-bold.fntdata"/><Relationship Id="rId12" Type="http://schemas.openxmlformats.org/officeDocument/2006/relationships/font" Target="fonts/Spectral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pectral-boldItalic.fntdata"/><Relationship Id="rId14" Type="http://schemas.openxmlformats.org/officeDocument/2006/relationships/font" Target="fonts/Spectral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c0ddff307f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c0ddff30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c0ddff307f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049433294c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1049433294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1049433294c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c3df991266_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c3df99126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c3df991266_1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49433294c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1049433294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1049433294c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c0594c0cf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c0594c0cfe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5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5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5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5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5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5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 type="chart">
  <p:cSld name="CHAR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56"/>
          <p:cNvSpPr txBox="1"/>
          <p:nvPr>
            <p:ph type="title"/>
          </p:nvPr>
        </p:nvSpPr>
        <p:spPr>
          <a:xfrm>
            <a:off x="1600200" y="228600"/>
            <a:ext cx="71628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6"/>
          <p:cNvSpPr/>
          <p:nvPr>
            <p:ph idx="2" type="chart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356"/>
          <p:cNvSpPr txBox="1"/>
          <p:nvPr>
            <p:ph idx="10" type="dt"/>
          </p:nvPr>
        </p:nvSpPr>
        <p:spPr>
          <a:xfrm>
            <a:off x="457200" y="6308725"/>
            <a:ext cx="13716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6"/>
          <p:cNvSpPr txBox="1"/>
          <p:nvPr>
            <p:ph idx="11" type="ftr"/>
          </p:nvPr>
        </p:nvSpPr>
        <p:spPr>
          <a:xfrm>
            <a:off x="2133600" y="6381750"/>
            <a:ext cx="4800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6"/>
          <p:cNvSpPr txBox="1"/>
          <p:nvPr>
            <p:ph idx="12" type="sldNum"/>
          </p:nvPr>
        </p:nvSpPr>
        <p:spPr>
          <a:xfrm>
            <a:off x="8001000" y="6248400"/>
            <a:ext cx="990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7"/>
          <p:cNvSpPr txBox="1"/>
          <p:nvPr>
            <p:ph type="title"/>
          </p:nvPr>
        </p:nvSpPr>
        <p:spPr>
          <a:xfrm>
            <a:off x="1600200" y="228600"/>
            <a:ext cx="71628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5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57"/>
          <p:cNvSpPr txBox="1"/>
          <p:nvPr>
            <p:ph idx="10" type="dt"/>
          </p:nvPr>
        </p:nvSpPr>
        <p:spPr>
          <a:xfrm>
            <a:off x="457200" y="6308725"/>
            <a:ext cx="13716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57"/>
          <p:cNvSpPr txBox="1"/>
          <p:nvPr>
            <p:ph idx="11" type="ftr"/>
          </p:nvPr>
        </p:nvSpPr>
        <p:spPr>
          <a:xfrm>
            <a:off x="2133600" y="6381750"/>
            <a:ext cx="4800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57"/>
          <p:cNvSpPr txBox="1"/>
          <p:nvPr>
            <p:ph idx="12" type="sldNum"/>
          </p:nvPr>
        </p:nvSpPr>
        <p:spPr>
          <a:xfrm>
            <a:off x="8001000" y="6248400"/>
            <a:ext cx="990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8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58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358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58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35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5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9"/>
          <p:cNvSpPr txBox="1"/>
          <p:nvPr>
            <p:ph type="title"/>
          </p:nvPr>
        </p:nvSpPr>
        <p:spPr>
          <a:xfrm>
            <a:off x="457200" y="273050"/>
            <a:ext cx="3008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35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35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 over Text" type="twoObjOverTx">
  <p:cSld name="TWO_OBJECTS_OVER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0"/>
          <p:cNvSpPr txBox="1"/>
          <p:nvPr>
            <p:ph type="title"/>
          </p:nvPr>
        </p:nvSpPr>
        <p:spPr>
          <a:xfrm>
            <a:off x="457200" y="277813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0"/>
          <p:cNvSpPr txBox="1"/>
          <p:nvPr>
            <p:ph idx="1" type="body"/>
          </p:nvPr>
        </p:nvSpPr>
        <p:spPr>
          <a:xfrm>
            <a:off x="457200" y="1600200"/>
            <a:ext cx="4038600" cy="21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60"/>
          <p:cNvSpPr txBox="1"/>
          <p:nvPr>
            <p:ph idx="2" type="body"/>
          </p:nvPr>
        </p:nvSpPr>
        <p:spPr>
          <a:xfrm>
            <a:off x="4648200" y="1600200"/>
            <a:ext cx="4038600" cy="21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0"/>
          <p:cNvSpPr txBox="1"/>
          <p:nvPr>
            <p:ph idx="3" type="body"/>
          </p:nvPr>
        </p:nvSpPr>
        <p:spPr>
          <a:xfrm>
            <a:off x="457200" y="3941763"/>
            <a:ext cx="8229600" cy="21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1"/>
          <p:cNvSpPr txBox="1"/>
          <p:nvPr>
            <p:ph idx="1" type="body"/>
          </p:nvPr>
        </p:nvSpPr>
        <p:spPr>
          <a:xfrm>
            <a:off x="457200" y="1600200"/>
            <a:ext cx="8229600" cy="21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1"/>
          <p:cNvSpPr txBox="1"/>
          <p:nvPr>
            <p:ph idx="2" type="body"/>
          </p:nvPr>
        </p:nvSpPr>
        <p:spPr>
          <a:xfrm>
            <a:off x="457200" y="3938588"/>
            <a:ext cx="82296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61"/>
          <p:cNvSpPr txBox="1"/>
          <p:nvPr>
            <p:ph idx="10" type="dt"/>
          </p:nvPr>
        </p:nvSpPr>
        <p:spPr>
          <a:xfrm>
            <a:off x="457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1"/>
          <p:cNvSpPr txBox="1"/>
          <p:nvPr>
            <p:ph idx="11" type="ftr"/>
          </p:nvPr>
        </p:nvSpPr>
        <p:spPr>
          <a:xfrm>
            <a:off x="3124200" y="6245225"/>
            <a:ext cx="2895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1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2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62"/>
          <p:cNvSpPr txBox="1"/>
          <p:nvPr>
            <p:ph idx="2" type="body"/>
          </p:nvPr>
        </p:nvSpPr>
        <p:spPr>
          <a:xfrm>
            <a:off x="4648200" y="1600200"/>
            <a:ext cx="4038600" cy="21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62"/>
          <p:cNvSpPr txBox="1"/>
          <p:nvPr>
            <p:ph idx="3" type="body"/>
          </p:nvPr>
        </p:nvSpPr>
        <p:spPr>
          <a:xfrm>
            <a:off x="4648200" y="3938588"/>
            <a:ext cx="40386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62"/>
          <p:cNvSpPr txBox="1"/>
          <p:nvPr>
            <p:ph idx="10" type="dt"/>
          </p:nvPr>
        </p:nvSpPr>
        <p:spPr>
          <a:xfrm>
            <a:off x="457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2"/>
          <p:cNvSpPr txBox="1"/>
          <p:nvPr>
            <p:ph idx="11" type="ftr"/>
          </p:nvPr>
        </p:nvSpPr>
        <p:spPr>
          <a:xfrm>
            <a:off x="3124200" y="6245225"/>
            <a:ext cx="2895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2"/>
          <p:cNvSpPr txBox="1"/>
          <p:nvPr>
            <p:ph idx="12" type="sldNum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63"/>
          <p:cNvSpPr txBox="1"/>
          <p:nvPr>
            <p:ph type="title"/>
          </p:nvPr>
        </p:nvSpPr>
        <p:spPr>
          <a:xfrm>
            <a:off x="1676400" y="457200"/>
            <a:ext cx="7010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6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36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ontent" type="fourObj">
  <p:cSld name="FOUR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4"/>
          <p:cNvSpPr txBox="1"/>
          <p:nvPr>
            <p:ph type="title"/>
          </p:nvPr>
        </p:nvSpPr>
        <p:spPr>
          <a:xfrm>
            <a:off x="1371600" y="228600"/>
            <a:ext cx="75438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4"/>
          <p:cNvSpPr txBox="1"/>
          <p:nvPr>
            <p:ph idx="1" type="body"/>
          </p:nvPr>
        </p:nvSpPr>
        <p:spPr>
          <a:xfrm>
            <a:off x="457200" y="1600200"/>
            <a:ext cx="4038600" cy="21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64"/>
          <p:cNvSpPr txBox="1"/>
          <p:nvPr>
            <p:ph idx="2" type="body"/>
          </p:nvPr>
        </p:nvSpPr>
        <p:spPr>
          <a:xfrm>
            <a:off x="4648200" y="1600200"/>
            <a:ext cx="4038600" cy="21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64"/>
          <p:cNvSpPr txBox="1"/>
          <p:nvPr>
            <p:ph idx="3" type="body"/>
          </p:nvPr>
        </p:nvSpPr>
        <p:spPr>
          <a:xfrm>
            <a:off x="457200" y="3938588"/>
            <a:ext cx="40386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364"/>
          <p:cNvSpPr txBox="1"/>
          <p:nvPr>
            <p:ph idx="4" type="body"/>
          </p:nvPr>
        </p:nvSpPr>
        <p:spPr>
          <a:xfrm>
            <a:off x="4648200" y="3938588"/>
            <a:ext cx="40386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64"/>
          <p:cNvSpPr txBox="1"/>
          <p:nvPr>
            <p:ph idx="10" type="dt"/>
          </p:nvPr>
        </p:nvSpPr>
        <p:spPr>
          <a:xfrm>
            <a:off x="457200" y="6308725"/>
            <a:ext cx="13716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64"/>
          <p:cNvSpPr txBox="1"/>
          <p:nvPr>
            <p:ph idx="11" type="ftr"/>
          </p:nvPr>
        </p:nvSpPr>
        <p:spPr>
          <a:xfrm>
            <a:off x="2133600" y="6381750"/>
            <a:ext cx="4800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64"/>
          <p:cNvSpPr txBox="1"/>
          <p:nvPr>
            <p:ph idx="12" type="sldNum"/>
          </p:nvPr>
        </p:nvSpPr>
        <p:spPr>
          <a:xfrm>
            <a:off x="8001000" y="6248400"/>
            <a:ext cx="9906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showMasterSp="0" type="objAndTwoObj">
  <p:cSld name="OBJECT_AND_TWO_OBJECTS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5"/>
          <p:cNvSpPr txBox="1"/>
          <p:nvPr>
            <p:ph type="title"/>
          </p:nvPr>
        </p:nvSpPr>
        <p:spPr>
          <a:xfrm>
            <a:off x="1371600" y="228600"/>
            <a:ext cx="75438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6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65"/>
          <p:cNvSpPr txBox="1"/>
          <p:nvPr>
            <p:ph idx="2" type="body"/>
          </p:nvPr>
        </p:nvSpPr>
        <p:spPr>
          <a:xfrm>
            <a:off x="4648200" y="1600200"/>
            <a:ext cx="4038600" cy="21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65"/>
          <p:cNvSpPr txBox="1"/>
          <p:nvPr>
            <p:ph idx="3" type="body"/>
          </p:nvPr>
        </p:nvSpPr>
        <p:spPr>
          <a:xfrm>
            <a:off x="4648200" y="3938588"/>
            <a:ext cx="40386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6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6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6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66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66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3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6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0" name="Google Shape;120;p36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1" name="Google Shape;121;p36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6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6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68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6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368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36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6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69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3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7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7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37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7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7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51"/>
          <p:cNvSpPr txBox="1"/>
          <p:nvPr/>
        </p:nvSpPr>
        <p:spPr>
          <a:xfrm>
            <a:off x="3595775" y="6317750"/>
            <a:ext cx="25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NullStack Technologies Pvt. Ltd.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5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32725" y="6317751"/>
            <a:ext cx="643225" cy="464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ullstacks.com" TargetMode="External"/><Relationship Id="rId4" Type="http://schemas.openxmlformats.org/officeDocument/2006/relationships/hyperlink" Target="https://www.instagram.com/nullstacks/" TargetMode="External"/><Relationship Id="rId5" Type="http://schemas.openxmlformats.org/officeDocument/2006/relationships/hyperlink" Target="https://www.facebook.com/nullstacktechnologies/" TargetMode="External"/><Relationship Id="rId6" Type="http://schemas.openxmlformats.org/officeDocument/2006/relationships/hyperlink" Target="https://www.linkedin.com/company/nullstack-technologies-pvt-ltd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instagram.com/nullstacks/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www.facebook.com/nullstacktechnologies" TargetMode="External"/><Relationship Id="rId6" Type="http://schemas.openxmlformats.org/officeDocument/2006/relationships/image" Target="../media/image3.jpg"/><Relationship Id="rId7" Type="http://schemas.openxmlformats.org/officeDocument/2006/relationships/hyperlink" Target="https://www.linkedin.com/company/nullstack-technologies-pvt-ltd/" TargetMode="External"/><Relationship Id="rId8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/>
          <p:nvPr>
            <p:ph type="title"/>
          </p:nvPr>
        </p:nvSpPr>
        <p:spPr>
          <a:xfrm>
            <a:off x="632700" y="503625"/>
            <a:ext cx="787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960"/>
              <a:buFont typeface="Calibri"/>
              <a:buNone/>
            </a:pPr>
            <a:r>
              <a:rPr b="1" lang="en-US" sz="5500">
                <a:solidFill>
                  <a:srgbClr val="FF0000"/>
                </a:solidFill>
              </a:rPr>
              <a:t>Python - Basics &amp; Beyond</a:t>
            </a:r>
            <a:endParaRPr b="1" sz="5500">
              <a:solidFill>
                <a:srgbClr val="FF0000"/>
              </a:solidFill>
            </a:endParaRPr>
          </a:p>
        </p:txBody>
      </p:sp>
      <p:sp>
        <p:nvSpPr>
          <p:cNvPr id="148" name="Google Shape;148;p2"/>
          <p:cNvSpPr txBox="1"/>
          <p:nvPr>
            <p:ph idx="1" type="body"/>
          </p:nvPr>
        </p:nvSpPr>
        <p:spPr>
          <a:xfrm>
            <a:off x="792900" y="1990000"/>
            <a:ext cx="7558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4000"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4000"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4000"/>
              <a:t>INTRODUCTION</a:t>
            </a:r>
            <a:endParaRPr b="1"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0ddff307f_0_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FF0000"/>
                </a:solidFill>
              </a:rPr>
              <a:t>Company Overview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5" name="Google Shape;155;gc0ddff307f_0_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0000"/>
              <a:buNone/>
            </a:pPr>
            <a:r>
              <a:t/>
            </a:r>
            <a:endParaRPr b="1"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rPr lang="en-US" sz="3000" u="sng">
                <a:solidFill>
                  <a:schemeClr val="hlink"/>
                </a:solidFill>
                <a:hlinkClick r:id="rId3"/>
              </a:rPr>
              <a:t>https://nullstacks.com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3000"/>
          </a:p>
          <a:p>
            <a:pPr indent="457200" lvl="0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rPr lang="en-US" sz="3000" u="sng">
                <a:solidFill>
                  <a:schemeClr val="hlink"/>
                </a:solidFill>
                <a:hlinkClick r:id="rId4"/>
              </a:rPr>
              <a:t>https://www.instagram.com/nullstacks/</a:t>
            </a:r>
            <a:endParaRPr sz="3000"/>
          </a:p>
          <a:p>
            <a:pPr indent="4572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rPr lang="en-US" sz="3000" u="sng">
                <a:solidFill>
                  <a:schemeClr val="hlink"/>
                </a:solidFill>
                <a:hlinkClick r:id="rId5"/>
              </a:rPr>
              <a:t>https://www.facebook.com/nullstacktechnologies/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rPr lang="en-US" sz="3000" u="sng">
                <a:solidFill>
                  <a:schemeClr val="hlink"/>
                </a:solidFill>
                <a:hlinkClick r:id="rId6"/>
              </a:rPr>
              <a:t>https://www.linkedin.com/company/nullstack-technologies-pvt-ltd/</a:t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30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049433294c_0_3"/>
          <p:cNvSpPr txBox="1"/>
          <p:nvPr>
            <p:ph type="title"/>
          </p:nvPr>
        </p:nvSpPr>
        <p:spPr>
          <a:xfrm>
            <a:off x="457200" y="229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FF0000"/>
                </a:solidFill>
              </a:rPr>
              <a:t>TOOLS OVERVIEW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2" name="Google Shape;162;g1049433294c_0_3"/>
          <p:cNvSpPr txBox="1"/>
          <p:nvPr>
            <p:ph idx="1" type="body"/>
          </p:nvPr>
        </p:nvSpPr>
        <p:spPr>
          <a:xfrm>
            <a:off x="457200" y="1054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Spectral"/>
              <a:buChar char="❏"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SLACK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Spectral"/>
              <a:buChar char="❏"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GIT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Spectral"/>
              <a:buChar char="❏"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IDE (VS CODE/ Pycharm)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Spectral"/>
              <a:buChar char="❏"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PYTHON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Spectral"/>
              <a:buChar char="❏"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CONFERENCE TOOL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c3df991266_1_1"/>
          <p:cNvSpPr txBox="1"/>
          <p:nvPr>
            <p:ph type="title"/>
          </p:nvPr>
        </p:nvSpPr>
        <p:spPr>
          <a:xfrm>
            <a:off x="457200" y="229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FF0000"/>
                </a:solidFill>
              </a:rPr>
              <a:t>COURSE OVERVIEW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9" name="Google Shape;169;gc3df991266_1_1"/>
          <p:cNvSpPr txBox="1"/>
          <p:nvPr>
            <p:ph idx="1" type="body"/>
          </p:nvPr>
        </p:nvSpPr>
        <p:spPr>
          <a:xfrm>
            <a:off x="457200" y="1054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1. Introduction to Python and NullStack Technologies 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2. Web Development in General and detailing the Django Web Framework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 3. Full Stack Web Development using PhP &amp; My Sql 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4. Advance Python with Data Science 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5. Machine Learning using Python 6. Project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49433294c_0_9"/>
          <p:cNvSpPr txBox="1"/>
          <p:nvPr>
            <p:ph type="title"/>
          </p:nvPr>
        </p:nvSpPr>
        <p:spPr>
          <a:xfrm>
            <a:off x="457200" y="229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rgbClr val="FF0000"/>
                </a:solidFill>
              </a:rPr>
              <a:t>SOME CODING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6" name="Google Shape;176;g1049433294c_0_9"/>
          <p:cNvSpPr txBox="1"/>
          <p:nvPr>
            <p:ph idx="1" type="body"/>
          </p:nvPr>
        </p:nvSpPr>
        <p:spPr>
          <a:xfrm>
            <a:off x="457200" y="1054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Spectral"/>
              <a:buChar char="❏"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HELLO WORLD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Spectral"/>
              <a:buChar char="❏"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INPUT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Spectral"/>
              <a:buChar char="❏"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OUTPUT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Spectral"/>
              <a:buChar char="❏"/>
            </a:pPr>
            <a:r>
              <a:rPr lang="en-US" sz="2000">
                <a:latin typeface="Spectral"/>
                <a:ea typeface="Spectral"/>
                <a:cs typeface="Spectral"/>
                <a:sym typeface="Spectral"/>
              </a:rPr>
              <a:t>BASIC DATA TYPES int, float, string and boolean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c0594c0cfe_0_56"/>
          <p:cNvSpPr txBox="1"/>
          <p:nvPr>
            <p:ph type="ctrTitle"/>
          </p:nvPr>
        </p:nvSpPr>
        <p:spPr>
          <a:xfrm>
            <a:off x="685800" y="1021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FF0000"/>
                </a:solidFill>
              </a:rPr>
              <a:t>NullStack Technologies Pvt. Ltd.</a:t>
            </a:r>
            <a:endParaRPr b="1" sz="3600">
              <a:solidFill>
                <a:srgbClr val="FF0000"/>
              </a:solidFill>
            </a:endParaRPr>
          </a:p>
        </p:txBody>
      </p:sp>
      <p:sp>
        <p:nvSpPr>
          <p:cNvPr id="182" name="Google Shape;182;gc0594c0cfe_0_56"/>
          <p:cNvSpPr txBox="1"/>
          <p:nvPr/>
        </p:nvSpPr>
        <p:spPr>
          <a:xfrm>
            <a:off x="1899300" y="1106950"/>
            <a:ext cx="53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Resonate Ideas, Overreach Limits</a:t>
            </a:r>
            <a:endParaRPr b="1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c0594c0cfe_0_56"/>
          <p:cNvSpPr txBox="1"/>
          <p:nvPr/>
        </p:nvSpPr>
        <p:spPr>
          <a:xfrm>
            <a:off x="1979200" y="3140963"/>
            <a:ext cx="534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https://www.instagram.com/nullstacks/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gc0594c0cfe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3550" y="2644888"/>
            <a:ext cx="460025" cy="4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c0594c0cfe_0_56"/>
          <p:cNvSpPr txBox="1"/>
          <p:nvPr/>
        </p:nvSpPr>
        <p:spPr>
          <a:xfrm>
            <a:off x="1979200" y="2658604"/>
            <a:ext cx="49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https://www.facebook.com/nullstacktechnologies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gc0594c0cfe_0_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1088" y="3104912"/>
            <a:ext cx="62495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c0594c0cfe_0_56"/>
          <p:cNvSpPr txBox="1"/>
          <p:nvPr/>
        </p:nvSpPr>
        <p:spPr>
          <a:xfrm>
            <a:off x="1979200" y="3659013"/>
            <a:ext cx="55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https://www.linkedin.com/company/nullstack-technologies-pvt-ltd/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c0594c0cfe_0_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60450" y="3659013"/>
            <a:ext cx="346225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2013-07-14T14:12:05Z</dcterms:created>
  <dc:creator>Tapas</dc:creator>
</cp:coreProperties>
</file>